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>
        <p:scale>
          <a:sx n="119" d="100"/>
          <a:sy n="119" d="100"/>
        </p:scale>
        <p:origin x="336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1F1B-9306-8EB6-249F-2BAFACB99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A0755-23D4-9256-BE14-C91C32510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5CCB-2F84-B6ED-9E0E-31229D8C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F335-6C7F-364D-D970-57A8BC60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1AC5-45D2-0AAC-C310-4BBDCF10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4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727D-903E-2952-6CD7-B6BAD580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EE75-349A-04DF-79E8-E35A512C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FB4AF-FC48-4B19-A95E-2D20D8B3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6DA3F-FD45-EFBB-C118-AF0B6BD1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63C1-F035-FC55-919F-DAA37091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7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BAB9-2590-8C9B-D6E3-8E6CE010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D3BCD-911D-4979-03D7-9EC1015E1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CF6DA-EA96-7AFA-78FA-38A522F6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7D900-4332-B5C3-23D7-AA6D2C4F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D2969-F81B-A0A3-39C1-C8A9E8929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2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56EB-7824-03C5-F1D7-E94E976A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AEEC-6B52-BA5D-1BB8-936334BBA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B2A54-D322-13FC-CADC-6FC002DFE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D5C85-6D0B-2B43-CFC6-BDBD579B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DEF37-0A4C-D45B-C0A8-85E079542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6F585-D63E-881F-7AD1-70C18667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8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AC55-D50F-77C3-26DB-53D916F1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A61C-BAF1-DD88-56DE-7A0332361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5ACD6-3B24-4F14-5413-8A47C1FCA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E3113-ECB4-F3F2-F125-F29E9C9A3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65C35-D2DD-5081-7186-DD8EC2329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63167-38DA-7A6F-65D5-F62C56D0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C7D04-43EA-44AA-7168-1519C7D3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19AB4-ADE4-4539-5145-CC01E343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6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45D2-2D39-3E4A-5057-FD0156D0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F35E6-C43D-E2AB-5E5A-D175099D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37090-BFFD-C993-37E1-E1BEDAFF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533EC-E595-C0B0-6367-471781F0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7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1C669-6DEA-0EA9-A366-AC693B38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EF7C7-0C4F-37B9-7144-DD00949A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B3F5C-5F60-25A1-1DF9-89471AFF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FA59-C8F9-C3F6-C6B0-8713D4A2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BCDDA-E1E7-D257-2C09-451C03E0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94A39-FF0C-0ECC-C958-7646315E5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04F32-E956-5427-917A-6949B618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9CC74-B109-6A11-BD47-FF4B5CCA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7ABEF-F3AB-92A7-8B1B-0B8A1F3F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2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99BD-0FC7-4058-97EC-F1438792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98C5C-24D6-4EBB-CEAD-28BA8A188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E3246-A77A-1B2C-CE1D-60505B2AC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8352B-2B20-140F-4888-288376DA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738AE-53DE-DAEF-29BC-85B61502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417B-9B7E-9C51-4995-8C62D787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5E79-2F95-904E-9C76-1AC979F7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492CA-B4EF-3C7D-959B-C1B2B6226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1991-9D89-3836-B21F-340ECDDF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50026-2F7C-68B6-C8BB-D6B6ED47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C44C-771B-5BAD-D6D4-76913F67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0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3910D-EB23-3B85-4283-65E35B421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F3F38-B257-9509-D3A1-A689897F7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43EDB-0826-252B-ABDD-BB449DE7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C125D-3683-1594-E2B6-D303D447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4C700-D0A4-F53B-0B88-AE8FD895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6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E7C94-99A7-EB80-57A1-557D461A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CBDE-072F-D583-E30E-70FA9173E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4F5D-8B25-1FE7-F3C1-98B866205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A729E-4933-8943-9277-9FA3A251C1F2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7EDC8-C9BF-53C8-8024-40E1E8654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8098C-50CD-AAFB-8CE6-4FB1311D6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24297-F672-2E45-8A73-7B316D199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0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A26D2-2AD7-C308-B039-2FE46C88DAD4}"/>
              </a:ext>
            </a:extLst>
          </p:cNvPr>
          <p:cNvSpPr/>
          <p:nvPr/>
        </p:nvSpPr>
        <p:spPr>
          <a:xfrm>
            <a:off x="3810000" y="3967665"/>
            <a:ext cx="457200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Steel (1018)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673C0-00E2-A5D2-00AD-01E26C2EAA9A}"/>
              </a:ext>
            </a:extLst>
          </p:cNvPr>
          <p:cNvSpPr/>
          <p:nvPr/>
        </p:nvSpPr>
        <p:spPr>
          <a:xfrm>
            <a:off x="3810000" y="3510465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Steel (1018)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DDEBD-DD59-23AE-2F84-1D25A1E0399A}"/>
              </a:ext>
            </a:extLst>
          </p:cNvPr>
          <p:cNvSpPr/>
          <p:nvPr/>
        </p:nvSpPr>
        <p:spPr>
          <a:xfrm>
            <a:off x="7467600" y="3510465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76AEE-BB1B-451A-A3A9-A1C23797A078}"/>
              </a:ext>
            </a:extLst>
          </p:cNvPr>
          <p:cNvSpPr/>
          <p:nvPr/>
        </p:nvSpPr>
        <p:spPr>
          <a:xfrm>
            <a:off x="3810000" y="2596065"/>
            <a:ext cx="91440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2656F-2C0E-7DE1-7DFB-BB28E7D7B1B7}"/>
              </a:ext>
            </a:extLst>
          </p:cNvPr>
          <p:cNvSpPr/>
          <p:nvPr/>
        </p:nvSpPr>
        <p:spPr>
          <a:xfrm>
            <a:off x="7467600" y="2596065"/>
            <a:ext cx="91440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33A6BD-178B-8A86-E73E-DED9F4B7B011}"/>
              </a:ext>
            </a:extLst>
          </p:cNvPr>
          <p:cNvSpPr/>
          <p:nvPr/>
        </p:nvSpPr>
        <p:spPr>
          <a:xfrm>
            <a:off x="3810000" y="2138865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3C4E1-6C97-5AD7-52BC-3D6ACB6867ED}"/>
              </a:ext>
            </a:extLst>
          </p:cNvPr>
          <p:cNvSpPr/>
          <p:nvPr/>
        </p:nvSpPr>
        <p:spPr>
          <a:xfrm>
            <a:off x="7467600" y="2138865"/>
            <a:ext cx="9144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AB6385-B008-A5C2-016E-CDD20C2F52BC}"/>
              </a:ext>
            </a:extLst>
          </p:cNvPr>
          <p:cNvSpPr/>
          <p:nvPr/>
        </p:nvSpPr>
        <p:spPr>
          <a:xfrm>
            <a:off x="3810000" y="5421855"/>
            <a:ext cx="4571999" cy="484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5”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B4779-C99B-1C60-DD53-E462013BB92C}"/>
              </a:ext>
            </a:extLst>
          </p:cNvPr>
          <p:cNvSpPr/>
          <p:nvPr/>
        </p:nvSpPr>
        <p:spPr>
          <a:xfrm>
            <a:off x="1025563" y="4424865"/>
            <a:ext cx="4571999" cy="484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1.5”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AC21F-E97E-8F8B-D61B-4A6B5CA2EAC2}"/>
              </a:ext>
            </a:extLst>
          </p:cNvPr>
          <p:cNvSpPr/>
          <p:nvPr/>
        </p:nvSpPr>
        <p:spPr>
          <a:xfrm>
            <a:off x="1025563" y="3524866"/>
            <a:ext cx="4571999" cy="484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0.5”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292E2-864A-F5F8-AA33-9DF5F667E206}"/>
              </a:ext>
            </a:extLst>
          </p:cNvPr>
          <p:cNvSpPr/>
          <p:nvPr/>
        </p:nvSpPr>
        <p:spPr>
          <a:xfrm>
            <a:off x="1025562" y="2755522"/>
            <a:ext cx="4571999" cy="484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1.0”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489897-C248-E326-E3C4-32E357741417}"/>
              </a:ext>
            </a:extLst>
          </p:cNvPr>
          <p:cNvSpPr/>
          <p:nvPr/>
        </p:nvSpPr>
        <p:spPr>
          <a:xfrm>
            <a:off x="1025561" y="2132619"/>
            <a:ext cx="4571999" cy="484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0.5”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E41341-9883-646A-D39C-73E8B88F27FE}"/>
              </a:ext>
            </a:extLst>
          </p:cNvPr>
          <p:cNvSpPr/>
          <p:nvPr/>
        </p:nvSpPr>
        <p:spPr>
          <a:xfrm>
            <a:off x="8543365" y="2762722"/>
            <a:ext cx="3150198" cy="149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Cross-section (extrusion) is 1”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Multiple of these can be </a:t>
            </a:r>
            <a:r>
              <a:rPr lang="en-US" b="1" dirty="0">
                <a:solidFill>
                  <a:sysClr val="windowText" lastClr="000000"/>
                </a:solidFill>
              </a:rPr>
              <a:t>stacked</a:t>
            </a:r>
            <a:r>
              <a:rPr lang="en-US" dirty="0">
                <a:solidFill>
                  <a:sysClr val="windowText" lastClr="000000"/>
                </a:solidFill>
              </a:rPr>
              <a:t> side by side to create a longer extrusion – most likely will need to be done to support a heavy pod.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Coil is wrapped around the legs, variable number of turns. </a:t>
            </a:r>
            <a:r>
              <a:rPr lang="en-US">
                <a:solidFill>
                  <a:sysClr val="windowText" lastClr="000000"/>
                </a:solidFill>
              </a:rPr>
              <a:t>For now set to 250. </a:t>
            </a: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64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Matam, Aditya N</dc:creator>
  <cp:lastModifiedBy>Matam, Aditya N</cp:lastModifiedBy>
  <cp:revision>1</cp:revision>
  <dcterms:created xsi:type="dcterms:W3CDTF">2026-07-12T02:40:45Z</dcterms:created>
  <dcterms:modified xsi:type="dcterms:W3CDTF">2026-07-12T02:45:15Z</dcterms:modified>
</cp:coreProperties>
</file>